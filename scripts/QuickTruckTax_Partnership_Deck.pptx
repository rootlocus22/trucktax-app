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ahuldubey/TruckTax/trucktax-app/public/images/truck_sunset_high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Opportunity: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Revolutionizing Trucking Compliance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High-Intent Markets with QuickTruckTax.com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[Your Name] | Founder, Vendax Systems LLC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solidFill>
            <a:srgbClr val="FF851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PARTNERSHIP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F3F"/>
                </a:solidFill>
              </a:rPr>
              <a:t>The Opportunity – Market Demand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3.5 Million+ truck drivers in the US.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The Legal Mandate: Every heavy vehicle (55,000+ lbs) must file IRS Form 2290 annually.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The Momentum: 170+ high-intent US visitors per month (Organic).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Engagement: Users spend 20+ mins on our site.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Conversion: AI-driven tools (Calculators, Calendars) are ready for launch.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F3F"/>
                </a:solidFill>
              </a:rPr>
              <a:t>Business Model – Scaling Through Automation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The Product: A seamless, agentic e-filing platform that turns complex tax laws into simple, 5-minute workflows.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Revenue Streams: Filing Fees ($45 flat fee) + Compliance Retainers (Monthly recurring).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The Edge: Zero advertising spend. Growth driven by SEO and AI referrals (ChatGPT/Copilot).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F3F"/>
                </a:solidFill>
              </a:rPr>
              <a:t>Your Role – The Responsible Official (RO)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The Core Focus: Your primary responsibility is to serve as the US-resident "Responsible Official" to secure the EFIN license for the firm.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No Expertise Required: You do not need to be a compliance expert. Your role is primarily administrative and oversight-based.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1F3F"/>
                </a:solidFill>
              </a:rPr>
              <a:t>In-House Support: We have an in-house PTIN holder who manages all technical compliance challenges and trucking-specific tax issues.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F3F"/>
                </a:solidFill>
              </a:rPr>
              <a:t>Risk Management – Your Protection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Risk: Financial Liability?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F3F"/>
                </a:solidFill>
              </a:rPr>
              <a:t>Reality: No. You are not liable for individual trucker taxes. Operational integrity is managed by our PTIN expert.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Risk: Compliance Errors?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F3F"/>
                </a:solidFill>
              </a:rPr>
              <a:t>Reality: Our in-house PTIN holder anchors the technical filing. You act as the "Gatekeeper" with power to pause operations.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Risk: Software Errors?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1F3F"/>
                </a:solidFill>
              </a:rPr>
              <a:t>Reality: Signed Indemnification Agreement. Vendax LLC assumes all technical and software liability.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Effort vs. Reward – A Passive Partnership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Your Time Investment: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Setup (2 hours) + Ongoing (1 hour/month log review).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The Reward: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30% of every filing fee revenue share.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51B"/>
                </a:solidFill>
              </a:rPr>
              <a:t>Potential: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At 500 filings/season = $6,750+ for roughly 10 hours of work per year.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F3F"/>
                </a:solidFill>
              </a:rPr>
              <a:t>Step-by-Step – The Path to Launch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F3F"/>
                </a:solidFill>
              </a:rPr>
              <a:t>1. Identity Verification: Create account on IRS e-Services (via ID.me).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F3F"/>
                </a:solidFill>
              </a:rPr>
              <a:t>2. Application Link: I list Vendax LLC; you accept the invite as the RO.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F3F"/>
                </a:solidFill>
              </a:rPr>
              <a:t>3. Suitability: IRS conducts a background check (~45 days).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F3F"/>
                </a:solidFill>
              </a:rPr>
              <a:t>4. EFIN Issuance: IRS grants the license to the firm.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1F3F"/>
                </a:solidFill>
              </a:rPr>
              <a:t>5. Launch: We flip the switch on QuickTruckTax.com and start generating revenue.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 – Shared Success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851B"/>
                </a:solidFill>
              </a:rPr>
              <a:t>"Your Compliance + Our Technology = Market Dominance."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Let's build the future of trucking compliance together.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Contact Info: [Your Email/WhatsApp]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2026-01-20T12:45:57Z</dcterms:created>
  <dcterms:modified xsi:type="dcterms:W3CDTF">2026-01-20T12:45:57Z</dcterms:modified>
</cp:coreProperties>
</file>